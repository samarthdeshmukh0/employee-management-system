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7" r:id="rId7"/>
    <p:sldId id="263" r:id="rId8"/>
    <p:sldId id="269" r:id="rId9"/>
    <p:sldId id="270" r:id="rId10"/>
    <p:sldId id="271" r:id="rId11"/>
    <p:sldId id="262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81BFE-C8EC-4C46-90CE-CDCA7130876D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549B5-C152-436A-BEB3-8F3DFCE27B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549B5-C152-436A-BEB3-8F3DFCE27BD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549B5-C152-436A-BEB3-8F3DFCE27BD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01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085E5-646A-4C37-BF93-17927E3C4C18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3F1E5-D9B1-42C2-958B-43647E5CB6F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143000" y="2028787"/>
            <a:ext cx="7543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Department of Computer Science and Engineering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30990" y="2815278"/>
            <a:ext cx="1744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An Internship 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09414" y="3263215"/>
            <a:ext cx="2987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i="1" dirty="0"/>
              <a:t>“FULL STACK DEVELOPMENT”</a:t>
            </a:r>
            <a:endParaRPr lang="en-US" dirty="0"/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3352800" y="3655114"/>
            <a:ext cx="243840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Internship carried out at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1981200" y="4027768"/>
            <a:ext cx="6705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Calibri" pitchFamily="34" charset="0"/>
                <a:cs typeface="Mangal" pitchFamily="18" charset="0"/>
              </a:rPr>
              <a:t>JCE Innovation and Entrepreneurship Foundation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783510"/>
            <a:ext cx="47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: Samarth Deshmukh(2JI22CS087)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402" y="5319212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Guide  Name    </a:t>
            </a:r>
            <a:r>
              <a:rPr lang="en-US" dirty="0"/>
              <a:t>				</a:t>
            </a:r>
          </a:p>
          <a:p>
            <a:r>
              <a:rPr lang="en-US" b="1" dirty="0">
                <a:solidFill>
                  <a:srgbClr val="000000"/>
                </a:solidFill>
                <a:latin typeface="Roboto" panose="02000000000000000000" pitchFamily="2" charset="0"/>
              </a:rPr>
              <a:t>      </a:t>
            </a:r>
            <a:r>
              <a:rPr lang="en-US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Prof. Keerti Neeralgimath.</a:t>
            </a:r>
          </a:p>
          <a:p>
            <a:endParaRPr lang="en-US" dirty="0"/>
          </a:p>
          <a:p>
            <a:r>
              <a:rPr lang="en-US" dirty="0"/>
              <a:t>                                                     	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AB1B3-15B1-4CF4-9714-7A0BEF46F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38" y="423751"/>
            <a:ext cx="7694124" cy="1592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76400" y="381000"/>
            <a:ext cx="54064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31550" cmpd="sng">
                  <a:solidFill>
                    <a:schemeClr val="tx2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ABOUT COMPANY</a:t>
            </a:r>
            <a:endParaRPr lang="en-US" sz="5400" b="1" cap="none" spc="0" dirty="0">
              <a:ln w="31550" cmpd="sng">
                <a:solidFill>
                  <a:schemeClr val="tx2"/>
                </a:solidFill>
                <a:prstDash val="solid"/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28600" y="2886672"/>
            <a:ext cx="86106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What company do?</a:t>
            </a:r>
          </a:p>
          <a:p>
            <a:endParaRPr lang="en-US" sz="2000" dirty="0"/>
          </a:p>
          <a:p>
            <a:pPr algn="just"/>
            <a:r>
              <a:rPr lang="en-US" sz="2000" dirty="0"/>
              <a:t>JIEF was formed to bridge academia and industry by offering incubation support, mentorship, capacity-building programs, and entrepreneurship events targeted at college students and young entrepreneurs.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It functions as a nonprofit/section-8 style foundation focused on building an entrepreneurship and innovation ecosystem for students and early-stage startups. </a:t>
            </a: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667000" y="5715000"/>
            <a:ext cx="19129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800600" y="5638800"/>
            <a:ext cx="19129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6858000" y="5562600"/>
            <a:ext cx="19129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89406B9-871E-407D-9D00-0F18E1A86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75004"/>
            <a:ext cx="8915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Company Profile : </a:t>
            </a:r>
            <a:r>
              <a:rPr lang="en-US" sz="2000" dirty="0"/>
              <a:t>JCE Innovation &amp; Entrepreneurship Foundation (JIEF)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6300" y="-11130"/>
            <a:ext cx="7315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solidFill>
                    <a:schemeClr val="tx2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TECHNOLOGY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1905000"/>
            <a:ext cx="845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825579"/>
            <a:ext cx="8686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Frontend Development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HTML5</a:t>
            </a:r>
            <a:r>
              <a:rPr lang="en-US" sz="2000" dirty="0"/>
              <a:t> – Structure of web pages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CSS3 / Tailwind CSS / Bootstrap</a:t>
            </a:r>
            <a:r>
              <a:rPr lang="en-US" sz="2000" dirty="0"/>
              <a:t> – Styling and responsive design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JavaScript (ES6+)</a:t>
            </a:r>
            <a:r>
              <a:rPr lang="en-US" sz="2000" dirty="0"/>
              <a:t> – Core scripting and DOM manipulation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React.js</a:t>
            </a:r>
            <a:r>
              <a:rPr lang="en-US" sz="2000" dirty="0"/>
              <a:t> – Component-based UI development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React Router</a:t>
            </a:r>
            <a:r>
              <a:rPr lang="en-US" sz="2000" dirty="0"/>
              <a:t> – Client-side routing and navigation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Axios / Fetch API</a:t>
            </a:r>
            <a:r>
              <a:rPr lang="en-US" sz="2000" dirty="0"/>
              <a:t> – API integration and data fetching</a:t>
            </a:r>
          </a:p>
          <a:p>
            <a:r>
              <a:rPr lang="en-US" sz="2000" b="1" dirty="0"/>
              <a:t> </a:t>
            </a:r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Backend Development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Node.js</a:t>
            </a:r>
            <a:r>
              <a:rPr lang="en-US" sz="2000" dirty="0"/>
              <a:t> – Server-side JavaScript runtime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Express.js</a:t>
            </a:r>
            <a:r>
              <a:rPr lang="en-US" sz="2000" dirty="0"/>
              <a:t> – Backend framework for RESTful APIs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REST API Development</a:t>
            </a:r>
            <a:r>
              <a:rPr lang="en-US" sz="2000" dirty="0"/>
              <a:t> – CRUD operations, authentication, middleware</a:t>
            </a:r>
          </a:p>
          <a:p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381001"/>
            <a:ext cx="8001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Database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MYSQL </a:t>
            </a:r>
            <a:r>
              <a:rPr lang="en-US" sz="2000" dirty="0"/>
              <a:t>– SQL database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 Authentication &amp; Security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JWT (JSON Web Token)</a:t>
            </a:r>
            <a:r>
              <a:rPr lang="en-US" sz="2000" dirty="0"/>
              <a:t> – User authentication and authorization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bcrypt.js</a:t>
            </a:r>
            <a:r>
              <a:rPr lang="en-US" sz="2000" dirty="0"/>
              <a:t> – Password hashing and security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CORS, Middleware</a:t>
            </a:r>
            <a:r>
              <a:rPr lang="en-US" sz="2000" dirty="0"/>
              <a:t> – API protection and request handling</a:t>
            </a:r>
          </a:p>
          <a:p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b="1" dirty="0"/>
              <a:t> Tools &amp; Technologies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Git &amp; GitHub</a:t>
            </a:r>
            <a:r>
              <a:rPr lang="en-US" sz="2000" dirty="0"/>
              <a:t> – Version control and collaboration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VS Code</a:t>
            </a:r>
            <a:r>
              <a:rPr lang="en-US" sz="2000" dirty="0"/>
              <a:t> – Code editor and extensions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Postman</a:t>
            </a:r>
            <a:r>
              <a:rPr lang="en-US" sz="2000" dirty="0"/>
              <a:t> – API testing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npm / yarn</a:t>
            </a:r>
            <a:r>
              <a:rPr lang="en-US" sz="2000" dirty="0"/>
              <a:t> – Package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Deployment Tools</a:t>
            </a:r>
            <a:r>
              <a:rPr lang="en-US" sz="2000" dirty="0"/>
              <a:t> – (Heroku / Vercel / Netlify) if you used any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-152400"/>
            <a:ext cx="86868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APPLICATION :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/>
              <a:t>Application Name</a:t>
            </a:r>
            <a:r>
              <a:rPr lang="en-US" sz="2000" b="1" dirty="0"/>
              <a:t>:   Employee Management System</a:t>
            </a:r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/>
              <a:t>Description of Application: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0E1CF27-9DC1-0FA6-AFA5-EC80C6887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056" y="1842700"/>
            <a:ext cx="8686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Developed a role-based Employee Management System where users can securely sign up and log in as either Admin or Employee. Admins can view all employees, add/update/delete employee details, and manage records through a dashboard. The Employee dashboard provides restricted access where employees can only view their own profile details after logging in. This ensures secure and role-specific access across the system.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Developed using React.js (frontend), Spring Boot(backend), and MySQL (database).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" y="381000"/>
            <a:ext cx="7620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Worked ON:</a:t>
            </a: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CD71F1-219A-4539-8345-D97DD7B35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882134"/>
            <a:ext cx="89154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Designed and implemented the user interface using </a:t>
            </a:r>
            <a:r>
              <a:rPr lang="en-US" sz="2000" b="1" dirty="0"/>
              <a:t>React.js and CSS</a:t>
            </a:r>
            <a:r>
              <a:rPr lang="en-US" sz="2000" dirty="0"/>
              <a:t>, including pages for Welcome, Login, Signup, Employee Dashboard, and Admin Dashboard.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Integrated frontend with backend APIs using </a:t>
            </a:r>
            <a:r>
              <a:rPr lang="en-US" sz="2000" b="1" dirty="0"/>
              <a:t>Axios</a:t>
            </a:r>
            <a:r>
              <a:rPr lang="en-US" sz="2000" dirty="0"/>
              <a:t> for user authentication and employee data management.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Developed backend services using </a:t>
            </a:r>
            <a:r>
              <a:rPr lang="en-US" sz="2000" b="1" dirty="0"/>
              <a:t>Spring Boot</a:t>
            </a:r>
            <a:r>
              <a:rPr lang="en-US" sz="2000" dirty="0"/>
              <a:t>, created </a:t>
            </a:r>
            <a:r>
              <a:rPr lang="en-US" sz="2000" b="1" dirty="0"/>
              <a:t>RESTful APIs</a:t>
            </a:r>
            <a:r>
              <a:rPr lang="en-US" sz="2000" dirty="0"/>
              <a:t> for authentication and CRUD operations on employee records.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Modeled and managed relational data in </a:t>
            </a:r>
            <a:r>
              <a:rPr lang="en-US" sz="2000" b="1" dirty="0"/>
              <a:t>MySQL</a:t>
            </a:r>
            <a:r>
              <a:rPr lang="en-US" sz="2000" dirty="0"/>
              <a:t>, including tables for users and employees with role-based access (Admin / Employee).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Implemented </a:t>
            </a:r>
            <a:r>
              <a:rPr lang="en-US" sz="2000" b="1" dirty="0"/>
              <a:t>role-based authorization</a:t>
            </a:r>
            <a:r>
              <a:rPr lang="en-US" sz="2000" dirty="0"/>
              <a:t>, allowing Admin to add, update, delete, and view employees, while Employees can only view their own profile.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Ensured clean form validation, secure password storage, and a user-friendly dashboard experience.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3400" y="135553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n w="31550" cmpd="sng">
                  <a:solidFill>
                    <a:schemeClr val="tx2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MODULE DEVELOPED AT COMPANY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ECD088-A078-189F-B347-777698457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36193"/>
            <a:ext cx="8763000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User Authentication Module</a:t>
            </a:r>
            <a:r>
              <a:rPr lang="en-US" sz="2000" dirty="0"/>
              <a:t> – Signup and secure login using email and password with role-based access (Admin / Employee).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Welcome &amp; Navigation Module</a:t>
            </a:r>
            <a:r>
              <a:rPr lang="en-US" sz="2000" dirty="0"/>
              <a:t> – Provides entry screen with options for Login and Signup, and redirects users based on their role.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/>
              <a:t>Employee Profile Module (Employee Role)</a:t>
            </a:r>
            <a:r>
              <a:rPr lang="en-US" sz="2000" dirty="0"/>
              <a:t> – Allows employees to view their own profile information in a protected dashboard.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Employee Management Module (Admin Role)</a:t>
            </a:r>
            <a:r>
              <a:rPr lang="en-US" sz="2000" dirty="0"/>
              <a:t> – Admin can </a:t>
            </a:r>
            <a:r>
              <a:rPr lang="en-US" sz="2000" b="1" dirty="0"/>
              <a:t>add, view, update, and delete</a:t>
            </a:r>
            <a:r>
              <a:rPr lang="en-US" sz="2000" dirty="0"/>
              <a:t> employee details including name, role, salary, and contact info.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/>
              <a:t>Admin Dashboard Module</a:t>
            </a:r>
            <a:r>
              <a:rPr lang="en-US" sz="2000" dirty="0"/>
              <a:t> – Displays total employee count and provides access to the employee records table for management.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/>
              <a:t>Backend API Module</a:t>
            </a:r>
            <a:r>
              <a:rPr lang="en-US" sz="2000" dirty="0"/>
              <a:t> – Implemented </a:t>
            </a:r>
            <a:r>
              <a:rPr lang="en-US" sz="2000" b="1" dirty="0"/>
              <a:t>Spring Boot REST APIs</a:t>
            </a:r>
            <a:r>
              <a:rPr lang="en-US" sz="2000" dirty="0"/>
              <a:t> for authentication and employee CRUD operations with </a:t>
            </a:r>
            <a:r>
              <a:rPr lang="en-US" sz="2000" b="1" dirty="0"/>
              <a:t>MySQL</a:t>
            </a:r>
            <a:r>
              <a:rPr lang="en-US" sz="2000" dirty="0"/>
              <a:t> as the database.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14EC03-FEEC-8D1E-F1FD-866B242347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752600"/>
            <a:ext cx="6781800" cy="3733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373C1C-1E6A-7678-C93A-5D9B9610D390}"/>
              </a:ext>
            </a:extLst>
          </p:cNvPr>
          <p:cNvSpPr/>
          <p:nvPr/>
        </p:nvSpPr>
        <p:spPr>
          <a:xfrm>
            <a:off x="2308400" y="0"/>
            <a:ext cx="45272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Sample Output</a:t>
            </a:r>
          </a:p>
        </p:txBody>
      </p:sp>
    </p:spTree>
    <p:extLst>
      <p:ext uri="{BB962C8B-B14F-4D97-AF65-F5344CB8AC3E}">
        <p14:creationId xmlns:p14="http://schemas.microsoft.com/office/powerpoint/2010/main" val="1156899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105DD0-9417-FE5A-0877-C343F94DB9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491" y="3615743"/>
            <a:ext cx="5731510" cy="3223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F59DB5-CA84-66FA-86A3-23A75F290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491" y="426780"/>
            <a:ext cx="5731510" cy="281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26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914CDF-5F02-628D-00E0-4FDCAEAFCD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010" y="3615744"/>
            <a:ext cx="5731510" cy="32238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1CCEBB-1CD1-CD1C-C437-84D2CC7E70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8361"/>
            <a:ext cx="5731510" cy="32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828800"/>
            <a:ext cx="8001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7108"/>
            <a:ext cx="779645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n w="31550" cmpd="sng">
                  <a:solidFill>
                    <a:schemeClr val="tx2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OUTCOME OF INTERNSHIP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749860-333E-75A9-0C4D-B75EFE344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67118"/>
            <a:ext cx="8534400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Gained </a:t>
            </a:r>
            <a:r>
              <a:rPr lang="en-US" altLang="en-US" sz="2000" b="1" dirty="0">
                <a:latin typeface="Arial" panose="020B0604020202020204" pitchFamily="34" charset="0"/>
              </a:rPr>
              <a:t>hands-on experience in </a:t>
            </a:r>
            <a:r>
              <a:rPr lang="en-US" altLang="en-US" sz="2000" b="1">
                <a:latin typeface="Arial" panose="020B0604020202020204" pitchFamily="34" charset="0"/>
              </a:rPr>
              <a:t>full-stack</a:t>
            </a:r>
            <a:r>
              <a:rPr lang="en-US" sz="2000"/>
              <a:t> development.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Learned to design and develop a complete CRUD-based application from scratch.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Improved understanding of REST APIs, database design, and authentication.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Strengthened problem-solving, debugging, and version control skills.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Enhanced confidence to handle real-world projects and collaborate effectively.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2514600"/>
            <a:ext cx="480060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Thank</a:t>
            </a:r>
          </a:p>
          <a:p>
            <a:pPr algn="ctr"/>
            <a:r>
              <a:rPr lang="en-US" sz="6000" b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</TotalTime>
  <Words>718</Words>
  <Application>Microsoft Office PowerPoint</Application>
  <PresentationFormat>On-screen Show (4:3)</PresentationFormat>
  <Paragraphs>117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datta</dc:creator>
  <cp:lastModifiedBy>Samarth Deshmukh</cp:lastModifiedBy>
  <cp:revision>64</cp:revision>
  <dcterms:created xsi:type="dcterms:W3CDTF">2020-02-25T10:31:44Z</dcterms:created>
  <dcterms:modified xsi:type="dcterms:W3CDTF">2025-11-20T07:36:41Z</dcterms:modified>
</cp:coreProperties>
</file>